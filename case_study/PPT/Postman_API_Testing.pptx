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C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Testing &amp; Development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Guide to API Testing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Postman?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 is a powerful API platform that enables developers and testers to: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Build, test, and debug APIs quickly and efficiently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21488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 with team members in real-time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API testing and continuous integration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API performance and reliability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93192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and share API specifications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Building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Easily create and customize API requests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74320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Scripts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JavaScript tests for API responses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274320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requests into reusable groups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274320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variables across different environments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3200400"/>
            <a:ext cx="274320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Servers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3840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mock APIs for development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200400"/>
            <a:ext cx="274320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Documentation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840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professional API docs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with Postman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20040" cy="320040"/>
          </a:xfrm>
          <a:prstGeom prst="ellipse">
            <a:avLst/>
          </a:prstGeom>
          <a:solidFill>
            <a:srgbClr val="FF6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and install Postman from postman.com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320040" cy="320040"/>
          </a:xfrm>
          <a:prstGeom prst="ellipse">
            <a:avLst/>
          </a:prstGeom>
          <a:solidFill>
            <a:srgbClr val="FF6C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27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7335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free Postman account or sign 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57984"/>
            <a:ext cx="320040" cy="320040"/>
          </a:xfrm>
          <a:prstGeom prst="ellipse">
            <a:avLst/>
          </a:prstGeom>
          <a:solidFill>
            <a:srgbClr val="FF6C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579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20370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workspace for your project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320040" cy="320040"/>
          </a:xfrm>
          <a:prstGeom prst="ellipse">
            <a:avLst/>
          </a:prstGeom>
          <a:solidFill>
            <a:srgbClr val="FF6C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883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73405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creating your first API request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18688"/>
            <a:ext cx="320040" cy="320040"/>
          </a:xfrm>
          <a:prstGeom prst="ellipse">
            <a:avLst/>
          </a:prstGeom>
          <a:solidFill>
            <a:srgbClr val="FF6C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186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26440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API and review the response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20040" cy="320040"/>
          </a:xfrm>
          <a:prstGeom prst="ellipse">
            <a:avLst/>
          </a:prstGeom>
          <a:solidFill>
            <a:srgbClr val="FF6C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7947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requests to a collection for reuse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API Requests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Components: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GET, POST, PUT, DELETE, PATCH, etc.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API endpoint address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Headers: Request metadata and authentication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Body: Request data (JSON, XML, form data, etc.)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3832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Params: Query parameters and path variables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8404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Authorization: API keys, tokens, OAuth, etc.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APIs in Postman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Tests Using JavaScript: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7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2834640"/>
          </a:xfrm>
          <a:prstGeom prst="rect">
            <a:avLst/>
          </a:prstGeom>
          <a:noFill/>
          <a:ln/>
        </p:spPr>
        <p:txBody>
          <a:bodyPr wrap="square" lIns="6350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pm.test("Status code is 200",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pm.response.to.have.status(200);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pm.test("Response contains expected data",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jsonData = pm.response.json();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pm.expect(jsonData.name).to.eql("John Doe");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pm.test("Response time is less than 500ms",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pm.expect(pm.response.responseTime).to.be.below(500);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and manage your API requests efficiently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related API endpoints together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folder hierarchies for better organization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collections with team members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entire collection with Collection Runner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Export/Import collections for version control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pre-request scripts and tests for each request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&amp; CI/CD Integration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Testing: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collection runs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API uptime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 on every deployment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test reports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Platforms: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417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CI/CD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240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CircleCI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97280" y="1005840"/>
            <a:ext cx="7589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meaningful names for requests and collections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444752"/>
            <a:ext cx="7589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requests by feature or resource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883664"/>
            <a:ext cx="7589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variables for URLs, API keys, and tokens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322576"/>
            <a:ext cx="7589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comprehensive test scripts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761488"/>
            <a:ext cx="7589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your API endpoints and parameters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7589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both positive and negative test cases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639312"/>
            <a:ext cx="7589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environments for different stages (Dev, Staging, Prod)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4078224"/>
            <a:ext cx="7589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collections version controlled in Git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6C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 simplifies API testing and development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19659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and automation save time and improve consistency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5603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testing ensures API quality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31546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integration enables continuous testing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7490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features enhance team productivity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get started? Visit postman.com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2026-09-14T06:28:33Z</dcterms:created>
  <dcterms:modified xsi:type="dcterms:W3CDTF">2026-09-14T06:28:33Z</dcterms:modified>
</cp:coreProperties>
</file>