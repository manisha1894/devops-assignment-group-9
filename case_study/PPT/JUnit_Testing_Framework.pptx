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JUnit Testing Framework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9FF"/>
                </a:solidFill>
              </a:rPr>
              <a:t>Unit Testing in Java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E7FF"/>
                </a:solidFill>
              </a:rPr>
              <a:t>Write Better, More Reliable Java Code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What is JUnit?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JUnit is a widely-used open-source unit testing framework for Java applications. It provides annotations, assertions, and utilities to write and run repeatable automated tests.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Simplifies unit testing in Java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Lightweight and easy to use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Uses annotations for test configuration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Supports test fixtures and assertions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Integrates with IDEs and build tools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JUnit Versions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OUNDED_RECTANGLE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JUnit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2801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Inheritance-based (TestCase extends classes)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777240"/>
          </a:xfrm>
          <a:prstGeom prst="ROUNDED_RECTANGLE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JUnit 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945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Annotation-based testing (@Test, @Before, @After)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OUNDED_RECTANGLE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JUnit 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1089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Modular architecture with extensions and parameterized tests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Key JUnit 4 Annotations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@Test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188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Marks a method as a test method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@Before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28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Runs before each test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@After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Runs after each test method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@BeforeClass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089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Runs once before all tests in the class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@AfterClass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490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Runs once after all tests in the class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2011680" cy="5486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@Ignore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4389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Temporarily disables a test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Common Assertions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OUNDED_RECTANGLE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618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assertEquals()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26187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two values are equal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48640"/>
          </a:xfrm>
          <a:prstGeom prst="ROUNDED_RECTANGLE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01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assertNotEquals()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9019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two values are not equal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548640"/>
          </a:xfrm>
          <a:prstGeom prst="ROUNDED_RECTANGLE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420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assertTrue()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54203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a condition is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548640"/>
          </a:xfrm>
          <a:prstGeom prst="ROUNDED_RECTANGLE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821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assertFalse()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18211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a condition is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548640"/>
          </a:xfrm>
          <a:prstGeom prst="ROUNDED_RECTANGLE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221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assertNull()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82219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an object is null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48640"/>
          </a:xfrm>
          <a:prstGeom prst="ROUNDED_RECTANGLE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4622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assertNotNull()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46227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Asserts that an object is not null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Typical Test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926080"/>
          </a:xfrm>
          <a:prstGeom prst="RECTANGL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testAddition()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Calculator calc = new Calculator();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calc.add(5, 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assertEquals(8, result);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Test Execution Lifecycle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1. @BeforeClass - Executed once before all tests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2. @Before - Executed before each test method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3. @Test - The actual test method executes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4. @After - Executed after each test method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5. @AfterClass - Executed once after all tests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Test Fixtures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Test fixtures are the preconditions and postconditions of a test. They ensure a consistent test environment for reliable and repeatable tests.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@Before - Set up test environment (e.g., initialize objects)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@After - Clean up after test (e.g., close resources)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@BeforeClass - One-time setup for expensive resources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@AfterClass - One-time cleanup after all tests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Advantages of JUnit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Simple and lightweight framework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Excellent IDE integration (Eclipse, IntelliJ, NetBeans)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Supports test-driven development (TDD)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Easy to write and maintain tests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Enables continuous integration and continuous delivery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Provides detailed test reports and coverage analysis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Large community and extensive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JUnit Best Practices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Test one thing per test method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Use meaningful and descriptive test names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Keep tests independent and isolated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Use Arrange-Act-Assert (AAA) pattern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Avoid test interdependencies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Use fixtures for common setup/teardown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Test edge cases and boundary conditions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Maintain tests as part of your codebase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JUnit 5 Enhancements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772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Modular architecture with JUnit Platform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Lambda expressions support for assertions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Parameterized tests with @ParameterizedTest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Dynamic tests with @TestFactory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Display names with @DisplayName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Nested test classes with @Nested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Extension model for custom behavior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Better exception testing with assertThrows()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Testing with Mockito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Mockito is a popular mocking framework that integrates seamlessly with JUnit to create mock objects and verify interactions.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mock() - Create mock objects for dependencies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when().thenReturn() - Define mock behavior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verify() - Verify method invocations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@Mock - Annotation-based mock creation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@InjectMocks - Inject mocks into test class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Integration Testing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Test multiple components working together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Database integration testing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Spring Boot @SpringBootTest annotation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TestContainers for containerized dependencies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REST API testing with RestAssured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Code Coverage Tools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31520"/>
          </a:xfrm>
          <a:prstGeom prst="ROUNDED_RECTANGLE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JaCoCo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Java Code Coverage library for line and branch coverage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31520"/>
          </a:xfrm>
          <a:prstGeom prst="ROUNDED_RECTANGLE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Cobertura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860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Calculates code coverage and creates HTML reports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731520"/>
          </a:xfrm>
          <a:prstGeom prst="ROUNDED_RECTANGLE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Emma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2004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Lightweight code coverage tool for Java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Common Testing Pitfalls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Testing implementation details instead of behavior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Writing tests that depend on other tests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Using sleep() or Thread.sleep() in tests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Not testing edge cases and error conditions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Tests that are too slow to run frequently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Ignoring failing tests instead of fixing them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F9FF"/>
                </a:solidFill>
              </a:rPr>
              <a:t>Write Better Tests with JUnit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junit.org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2026-09-14T06:13:12Z</dcterms:created>
  <dcterms:modified xsi:type="dcterms:W3CDTF">2026-09-14T06:13:12Z</dcterms:modified>
</cp:coreProperties>
</file>