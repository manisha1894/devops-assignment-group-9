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Great Things at Any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&amp; Continuous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Jenkins?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is an open-source automation server that enables developers to: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parts of software development like building, testing, and deploying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continuous integration and continuous deployment (CI/CD)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jobs across distributed machines for scalability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various development tools and platforms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code changes and trigger automated workflows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code quality and reduce manual errors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as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CI/CD pipelines using Groovy 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Builds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jobs across multiple nodes and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Ecosystem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1800+ plugins for integration and extension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Installation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setup and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LDAP, OAuth, and more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enterprise-scale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2011680"/>
          </a:xfrm>
          <a:prstGeom prst="roundRect">
            <a:avLst/>
          </a:prstGeom>
          <a:solidFill>
            <a:srgbClr val="4A90E2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Master/Controller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jobs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builds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1371600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Agents/Nodes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2560320" cy="201168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tasks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...Additional Agents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Stages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109728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code from repository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0" y="1920240"/>
            <a:ext cx="13716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371600"/>
            <a:ext cx="1554480" cy="109728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and package code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13716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371600"/>
            <a:ext cx="1554480" cy="1097280"/>
          </a:xfrm>
          <a:prstGeom prst="roundRect">
            <a:avLst/>
          </a:prstGeom>
          <a:solidFill>
            <a:srgbClr val="1A527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unit and integration tests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920240"/>
            <a:ext cx="13716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1371600"/>
            <a:ext cx="1554480" cy="109728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Dev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development environment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1920240"/>
            <a:ext cx="13716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1371600"/>
            <a:ext cx="1554480" cy="10972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 triggered on code commit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Jenkinsfile - Pipeline as 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your pipeline in a Jenkinsfile stored in version control: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solidFill>
            <a:srgbClr val="2C3E50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7680960" cy="2926080"/>
          </a:xfrm>
          <a:prstGeom prst="rect">
            <a:avLst/>
          </a:prstGeom>
          <a:noFill/>
          <a:ln/>
        </p:spPr>
        <p:txBody>
          <a:bodyPr wrap="square" lIns="6350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 any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stage('Checkout')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git 'https://github.com/user/repo.git'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stage('Build')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 'mvn clean package'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stage('Test')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 'mvn test'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stage('Deploy')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steps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 'docker run app:latest'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always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junit 'target/surefire-reports/*.xml'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&amp; Integrations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Jenkins with 1800+ plugins for various tools and platforms: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Bitbucket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9202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148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377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10896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5661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7947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40233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25196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Jenkins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Jenkins from jenkins.io (Java 8+ required)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99032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44752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Jenkins on your server or use Docker image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9222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837944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initial setup wizard and create admin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231136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recommended plugins from plugin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624328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Jenkins with your version control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01752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job or 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410712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build triggers (webhooks, polling, etc.)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5818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58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803904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builds and configure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9144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Jenkinsfile in version control repository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2984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declarative pipelines for clarity and simplicity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8249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proper security and credentials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06654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build timeouts to prevent hanging builds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45059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notifications for build failures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agents/nodes for distributed builds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2186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Jenkins performance and logs regularly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6027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Jenkins and plugins up to 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9867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backup and disaster recovery procedures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3708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code quality tools and coverage reports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1280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automates software development workflows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874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improve code quality and deployment speed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plugin architecture supports any tool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architecture enables scalability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as Code enables version control of build processes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 with Jenkins today - jenkins.io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2026-09-14T06:35:00Z</dcterms:created>
  <dcterms:modified xsi:type="dcterms:W3CDTF">2026-09-14T06:35:00Z</dcterms:modified>
</cp:coreProperties>
</file>