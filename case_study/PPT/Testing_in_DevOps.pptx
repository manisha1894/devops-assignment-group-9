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548640"/>
            <a:ext cx="457200" cy="4572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1371600"/>
            <a:ext cx="320040" cy="3200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2377440"/>
            <a:ext cx="384048" cy="384048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685800"/>
            <a:ext cx="256032" cy="256032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1554480"/>
            <a:ext cx="274320" cy="27432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· DEVOPS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in DevOps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quality and confidence into every release, from commit to production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DevOps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Testing Matters in DevOps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quality left means catching problems earlier, when they're cheapest to fix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surprises in production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11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in a test suite never reach real users.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safer releases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63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let teams deploy many times a day with confidence.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 fix early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 caught at commit costs a fraction of one caught after release.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 of quality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166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QA, and Ops all test — quality isn't one team's job.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testing lives in the pipeline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40880" y="1691640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EDF4F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23760" y="16916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40880" y="2340864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EDF4F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23760" y="23408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40880" y="2990088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EDF4F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23760" y="299008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40880" y="3639312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23760" y="363931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363931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continuously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40880" y="4288536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EDF4F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223760" y="42885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40880" y="4937760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EDF4F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23760" y="493776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040880" y="5586984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EDF4F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223760" y="558698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DEVOPS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Testing Pyramid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tests at the bottom, fewer — but broader — at the top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926080" y="182880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926080" y="1828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UI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23560" y="19019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· fewest · highest confidence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94560" y="288036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94560" y="28803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9535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services &amp; modules work together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463040" y="39319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63040" y="39319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40050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· most numerous · run on every commit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12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write many fast unit tests, a moderate number of integration tests, and only a handful of full end-to-end tests.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DEVOPS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Testing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tests answer different questions about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individual functions or classes in isolation.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9260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modules and services work correctly together.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018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29260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features behave as the requirements specify.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3251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9651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3095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new changes haven't broken existing behavior.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4096512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3251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53712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53712" y="49651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533095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speed, load capacity, and stability.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4096512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C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0184" y="43251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30184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30184" y="49651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30184" y="533095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vulnerabilities before attackers do.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DEVOPS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Testing in the CI/CD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automatically at every stage, not just before release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2852928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27355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pushed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743200"/>
            <a:ext cx="190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56460" y="27432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29612" y="2852928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229612" y="327355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 package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573780" y="2743200"/>
            <a:ext cx="190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64280" y="27432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37432" y="2852928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837432" y="327355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isolated checks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181600" y="2743200"/>
            <a:ext cx="190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72100" y="27432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5252" y="2852928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45252" y="327355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work together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789420" y="2743200"/>
            <a:ext cx="190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79920" y="27432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53072" y="2852928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Tests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053072" y="327355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&amp; security checks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397240" y="2743200"/>
            <a:ext cx="190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587740" y="27432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60892" y="2852928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660892" y="327355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to production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005060" y="2743200"/>
            <a:ext cx="190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195560" y="27432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68712" y="2852928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327355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real behavior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1605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teal boxes mark where automated tests gate the pipeline — a failure at any of them stops the release before it reaches users.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8920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892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gate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DEVOPS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Automation Tools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DevOps toolchain, mapped to each testing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 ·  Jest  ·  PyTest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4F9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19933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20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14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RestAssured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4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4564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383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E2E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9776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 ·  Cypress  ·  Playwright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4F9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8232" y="34564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383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9776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 ·  Gatling  ·  k6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4F9F8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49194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8463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440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 ·  SonarQube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46634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4F9F8"/>
          </a:solidFill>
          <a:ln/>
        </p:spPr>
      </p:sp>
      <p:sp>
        <p:nvSpPr>
          <p:cNvPr id="30" name="Shape 28"/>
          <p:cNvSpPr/>
          <p:nvPr/>
        </p:nvSpPr>
        <p:spPr>
          <a:xfrm>
            <a:off x="6428232" y="49194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28232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48463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Orchestration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440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 ·  GitHub Actions  ·  GitLab CI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DEVOPS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Testing in DevOps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4440" y="1435608"/>
            <a:ext cx="98755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14356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43560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tests alongside code, not after it's merged.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2395728"/>
            <a:ext cx="98755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23957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repeatable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39572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machines run regression suites on every build.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55848"/>
            <a:ext cx="98755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63040" y="33558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production-like environments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335584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config and environment issues before release.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34440" y="4315968"/>
            <a:ext cx="98755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63040" y="43159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feedback fast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431596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suite that takes an hour won't get run often.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34440" y="5276088"/>
            <a:ext cx="98755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463040" y="52760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test code like production code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527608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it, refactor it, keep it maintainable.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DEVOPS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Challenges — and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3D9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8A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0" y="137160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CDED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0" y="1371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4F9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test suites block releases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2FA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103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tests and split by risk; run slowest suites less often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4F9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tests erode trust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1546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2FA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Quarantine, track, and fix flaky tests instead of ignoring them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4F9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06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is hard to manage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420624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2FA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4206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synthetic data and reset environments automatically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4F9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257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lags behind fast-moving code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525780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2FA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5257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tests into the definition of “done” for every story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DEVOPS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That Show Testing Is Working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high-performing DevOps teams track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Multiple/day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code safely reaches production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C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releases needing a rollback or fix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C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7220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hr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Recovery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a failed release is fixed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78240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1540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code exercised by automated tests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DEVOPS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28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isn't a phase at the end — it's woven through every stage of the pipeline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43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at multiple layers (unit, integration, E2E) build fast, trustworthy feedback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657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testing turns deployment from a risky event into a routine, confident action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6634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5720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a shared responsibility across development, QA, and operations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DEVOPS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2026-09-12T16:18:11Z</dcterms:created>
  <dcterms:modified xsi:type="dcterms:W3CDTF">2026-09-12T16:18:11Z</dcterms:modified>
</cp:coreProperties>
</file>